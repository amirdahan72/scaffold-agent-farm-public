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747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747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9144000" cy="1645920"/>
          </a:xfrm>
          <a:prstGeom prst="rect">
            <a:avLst/>
          </a:prstGeom>
          <a:solidFill>
            <a:srgbClr val="222120"/>
          </a:solidFill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Weekly Competitive Digest</a:t>
            </a:r>
            <a:endParaRPr lang="en-US" sz="3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Azure WAF (Web Application Firewall)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Cloudflare dominates this week with AI-powered DAST scanner launch — Azure WAF must accelerate API protection positioning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ending March 10, 2026  |  Audience: PM Peers  |  Internal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70C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Cloudflare is building a full-loop WAF platform while AWS and Akamai stay quiet — Azure WAF has a narrow window to respond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6858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Cloudflare launched an AI-powered Web &amp; API Vulnerability Scanner (Open Beta) — active DAST inside the WAF platform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Cloudflare expanded AI across its security stack (Cloudy agent, LLM phishing detection)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Pingora request smuggling disclosure sets transparency benchmark for L7 proxy security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WAF and Akamai had zero signals — silence creates opportunity but also uncertainty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Internal: Cloudflare confirmed as #1 churn risk; API enforcement gap is the top capability delta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0" y="1463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F6556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🔴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0" y="1920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Cloudflare heat level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0" y="25603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F6556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0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Cloudflare signals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0" y="37490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46788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229600" y="4297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WAF + Akamai signals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747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70C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Cloudflare is the only competitor showing significant activity this week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11612880" cy="914400"/>
        </p:xfrm>
        <a:graphic>
          <a:graphicData uri="http://schemas.openxmlformats.org/drawingml/2006/table">
            <a:tbl>
              <a:tblPr/>
              <a:tblGrid>
                <a:gridCol w="1658983"/>
                <a:gridCol w="1658983"/>
                <a:gridCol w="1658983"/>
                <a:gridCol w="1658983"/>
                <a:gridCol w="1658983"/>
                <a:gridCol w="1658983"/>
                <a:gridCol w="165898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Competitor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Product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Pricing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Partnerships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Funding/M&amp;A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People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Overall Heat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AWS WAF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⚪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⚪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⚪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⚪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⚪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⚪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Cloudflare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🔴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⚪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⚪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⚪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⚪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🔴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Akamai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⚪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⚪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⚪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⚪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⚪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⚪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274320" y="411480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🔴 = significant activity  ·  🟡 = minor activity  ·  🟢 = positive for us  ·  ⚪ = no signals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747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0C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Top 3 Signals This Week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38404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three signals come from Cloudflare — the only active competitor this week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Cloudflare's AI-powered DAST scanner redefines what 'API protection' means inside a WAF platform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&amp; API Vulnerability Scanner launched in Open Beta (March 9, 2026)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active DAST scanner that auto-builds API call graphs from OpenAPI specs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 for BOLA vulnerabilities with SQLi and XSS on the roadmap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Signals Cloudflare's push to own the full vulnerability lifecycle inside WAF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Directly competitive: extends Cloudflare from passive enforcement to active vulnerability discovery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blog.cloudflare.com/vulnerability-scanner/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747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Cloudflare is embedding AI across every security surface — a pattern that will extend to WAF detection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Cloudy AI agent now covers Phishnet and API CASB with LLM-powered explanations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LLM-powered engine detects invisible email phishing gaps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While these target Cloudflare One (not WAF directly), the pattern is clear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AI-driven detection and response will inevitably extend to WAF workflows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WAF's AI Security Initiative (Copilot for Security, WAF4AI) is the counterpoint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blog.cloudflare.com/cloudy-upgrades-for-cloudflare-one/ · blog.cloudflare.com/email-security-phishing-gap-llm/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747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Cloudflare's proactive Pingora disclosure sets a transparency benchmark for L7 proxy security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Disclosed and patched HTTP request smuggling vulnerabilities in Pingora 0.8.0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Pingora is Cloudflare's Rust-based proxy underpinning their WAF/CDN stack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open-source disclosure reinforces their transparency narrative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L7 request smuggling is a shared challenge — relevant to App Gateway/AFD architecture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Sets a benchmark for how quickly WAF vendors should disclose proxy-layer vulnerabilities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blog.cloudflare.com/pingora-oss-smuggling-vulnerabilities/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747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70C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Cloudflare shipped four signals this week — all reinforcing their AI-everywhere platform strategy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116128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6400800"/>
                <a:gridCol w="201168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Date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Signal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Type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Impact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 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Web &amp; API Vulnerability Scanner (Open Beta) — AI-powered DAST for BOLA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Product Launch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655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 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Pingora OSS 0.8.0 — HTTP request smuggling fix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Security Fix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971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 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Cloudy AI agent expanded into Phishnet + API CASB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Product Update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971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 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LLM-powered phishing gap detection for email security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Product Update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971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747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0C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Internal Signals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38404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6556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Internal — do not distribute externally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Cloudflare is our #1 churn risk — customers cite multi-cloud simplicity vs. Azure WAF tuning burden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Cloudflare confirmed as #1 churn risk — customers benchmarking against Azure and leaving AFD/App Gateway for Cloudflare's single control plane (Feb MBR)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Akamai's integrated API+WAF enforcement cited by customers as expectation for inline API security — a gap Azure WAF is closing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'Azure WAF end-of-life' blog creating FUD — internal rebuttal in preparation with DRS 2.2 evidence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WAF AI Security Initiative formalized — Copilot for Security in WAF workflows + WAF4AI (prompt shield, content safety)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 investments: DRS 2.2, advanced bot mitigation (JA4, JS challenge, AI bot detection), L7 HTTP flood prevention, &lt;2-day CVE response SLA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Work IQ — Feb 24 MBR transcript, Feb 23 WAF &amp; API Security meeting, Teams threads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747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Nine items require ongoing tracking — Cloudflare's roadmap and RSA Conference are the highest priority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Cloudflare Vulnerability Scanner — monitor beta adoption, expansion beyond BOLA to OWASP Web Top 10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Cloudflare Full-Transaction Detection — track progression to GA; unique differentiator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Cloudflare Attack Signature Detection — monitor Early Access adoption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RSA Conference (upcoming) — expect burst of announcements from Akamai, Cloudflare, others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KuppingerCole WAAP Leadership Compass — track publication and positioning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Bedrock → WAF AI integration — watch for signs of AI/ML embedding into WAF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747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70C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Five recommended actions — two are high priority and need immediate attention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116128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114800"/>
                <a:gridCol w="1371600"/>
                <a:gridCol w="4572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Priority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Action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Owner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Rationale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655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🔴 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Accelerate API protection positioning and OWASP API Top 10 coverage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PM / Eng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Cloudflare's DAST scanner raises the bar; API enforcement gap is #1 customer-cited delta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6556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🔴 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Publish 'Azure WAF end-of-life' rebuttal with DRS 2.2 evidence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PM / Mktg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External blog creating FUD; internal teams have data to counter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971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🟡 Med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Evaluate Cloudflare's 'always-on' Attack Signature Detection model for Azure WAF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Eng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Detect everything / mitigate selectively addresses real customer pain point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971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🟡 Med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Prepare RSA Conference competitive brief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Akamai and Cloudflare likely holding announcements for RSA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9713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🟡 Med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Ship bot strategy milestones (JA4, JS challenge, AI bot detection)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Eng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Bot management is table-stakes; each week without shipping widens the gap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747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70C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4241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PM + Eng: Define API protection acceleration plan and timeline for OWASP API Top 10 coverage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PM + Marketing: Finalize and publish the 'Azure WAF end-of-life' rebuttal this week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Eng: Produce ADR on Cloudflare's Attack Signature Detection model — go/no-go by next sprint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PM: Start RSA Conference competitive brief preparation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All: Review this digest's Watch List and flag any items needing deeper investigation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74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Generated on March 10, 2026 by the Weekly Competitive Digest Agent Farm.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47474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Competitive Digest: Azure WAF</dc:title>
  <dc:subject>PptxGenJS Presentation</dc:subject>
  <dc:creator>Competitive Intelligence</dc:creator>
  <cp:lastModifiedBy>Competitive Intelligence</cp:lastModifiedBy>
  <cp:revision>1</cp:revision>
  <dcterms:created xsi:type="dcterms:W3CDTF">2026-03-10T08:51:49Z</dcterms:created>
  <dcterms:modified xsi:type="dcterms:W3CDTF">2026-03-10T08:51:49Z</dcterms:modified>
</cp:coreProperties>
</file>